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70"/>
  </p:normalViewPr>
  <p:slideViewPr>
    <p:cSldViewPr snapToGrid="0" snapToObjects="1">
      <p:cViewPr varScale="1">
        <p:scale>
          <a:sx n="106" d="100"/>
          <a:sy n="10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14E6-250F-794E-A636-BDED98F26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1251D-6AB1-2B49-8AA8-F389500D2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5D8EC-47C5-FC46-94FE-E683DF7D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821-F78F-E549-901F-0054531B36CD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C8E19-4C1D-B949-BB3F-72CC2EDB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0936C-3BA1-B14B-A0F4-ECE120AC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D8F4-75D1-0B42-BF32-E75D2A20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6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7AAAE-1953-F54D-93D6-2B2FA93B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23FD0-5E4B-1840-91E0-03E60A61E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6AB55-8B79-984F-A518-3136CE7E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821-F78F-E549-901F-0054531B36CD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FD6D9-BBC0-FC42-92C7-1503F5E6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BB2C6-EB03-AF4A-A28D-5F0E7C407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D8F4-75D1-0B42-BF32-E75D2A20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49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2E3D8-C7FB-6A4B-AE35-45D201AA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26199-9E5F-524A-ACF8-5B736513A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247DF-1A37-7645-8959-6155B1FD4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821-F78F-E549-901F-0054531B36CD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EE3F4-479A-5345-80BF-E13A8BC92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F1E36-D39B-5743-9409-BFF1DDC4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D8F4-75D1-0B42-BF32-E75D2A20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36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F1589-79F9-7D42-B68A-C00EA12B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F9CA3-946B-7A4C-8255-5745F9CB6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D37BF-4C37-9042-9BB1-0F986FE94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AB906-FD10-EA4A-A85D-14046FBE5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821-F78F-E549-901F-0054531B36CD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10041-F652-6C42-A5E1-E4224EE8F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B6447-F700-9442-9A66-F6DD0AB95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D8F4-75D1-0B42-BF32-E75D2A20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7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08B7-0F77-5C4C-AFDB-90D24EDB9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91792-77E3-CC4E-AA2C-5CC9DA1F6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ED0D9-2877-504E-8719-9BFD2E4A5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9B96A-EAAC-BC4B-97A5-3CE437E15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68E526-28BF-344B-AEA2-5BF28851B3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87B2F1-DA47-3341-9DB7-10A337BE0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821-F78F-E549-901F-0054531B36CD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BE8E05-78D7-1244-BA02-133014C7F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79DB4-C840-0F48-9770-91A3C654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D8F4-75D1-0B42-BF32-E75D2A20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3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4DE99-B2CB-DA43-847A-53244BAF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91024-4750-C24A-90A4-D8C97CFD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821-F78F-E549-901F-0054531B36CD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23680-75C0-D540-AC50-F8EC207C2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1689F-2F88-2B45-8CE4-0F8C61D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D8F4-75D1-0B42-BF32-E75D2A20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72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B4AEC-4BE1-774F-99E9-437DAB372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821-F78F-E549-901F-0054531B36CD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131BB-0634-3C48-8313-EBE8E8B94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68FB3-EDB5-FD47-9BE2-0093FC64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D8F4-75D1-0B42-BF32-E75D2A20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5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803F0-F767-5E41-B814-BA965C1F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32C26-8588-0749-BFA0-9B4DC0319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74487-3907-E048-99CE-8580EAF86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7583C-BA7D-4840-8155-18C7E2C2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821-F78F-E549-901F-0054531B36CD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5CD63-ACF6-5E4D-98F5-14055A666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9578E-AB89-AA49-B1A7-E9A55C49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D8F4-75D1-0B42-BF32-E75D2A20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20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09EA8-DAB9-1048-AE7D-39DAA3506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E965DE-3622-EE42-AFD6-5300D5C0C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5AC97-9E84-EB4D-B4F9-06D8C5490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17CE9-D779-AB4F-B0CF-62DF0B34D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821-F78F-E549-901F-0054531B36CD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E6581-1FC2-B34C-A060-CF3423F4D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5E847-EDEE-E749-9817-5C8B1870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D8F4-75D1-0B42-BF32-E75D2A20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929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105E-5180-1B4C-A45F-622DCE6F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904FCF-F132-AD4A-8989-C322B3E56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B9CE0-4F3F-0B4B-ACDD-094395876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821-F78F-E549-901F-0054531B36CD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C158F-A3E4-D44E-AB12-99C522B9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62EC4-9014-BE49-851D-1E3E1D0E8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D8F4-75D1-0B42-BF32-E75D2A20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7AE353-865F-2F49-AF7E-FA9B7DF55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FE9C83-4AB0-B649-A1C2-ADC42C4A7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BDE5C-B464-7C4D-9BB8-D4D29E03E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821-F78F-E549-901F-0054531B36CD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DA8D8-5A15-3E45-A112-1B1D9F9E9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978B5-E28C-364D-B375-5ECF198D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D8F4-75D1-0B42-BF32-E75D2A20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BF47F3-3376-D849-84FF-17CC3E4EB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D58E6-2B17-B54A-9A5B-C2EB691C2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B7179-FE6D-C248-A530-A8C9A0076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DA821-F78F-E549-901F-0054531B36CD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52DAB-4312-6B45-AE55-285DB083F6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52633-FAE8-9842-BB73-5C29E2F0E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BD8F4-75D1-0B42-BF32-E75D2A20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6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23707C-88C5-9444-BCB8-1EC342DC3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150" y="2641600"/>
            <a:ext cx="49657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3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Lynn Felhofer</dc:creator>
  <cp:lastModifiedBy>Lynn Felhofer</cp:lastModifiedBy>
  <cp:revision>1</cp:revision>
  <dcterms:created xsi:type="dcterms:W3CDTF">2025-11-25T22:25:36Z</dcterms:created>
  <dcterms:modified xsi:type="dcterms:W3CDTF">2025-11-25T22:26:50Z</dcterms:modified>
</cp:coreProperties>
</file>